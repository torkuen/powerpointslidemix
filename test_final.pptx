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10"/>
    <p:sldId id="257" r:id="rId8"/>
    <p:sldId id="260" r:id="rId11"/>
    <p:sldId id="258" r:id="rId9"/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Slide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